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65760"/>
            <a:ext cx="2606040" cy="5902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365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Interactive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Quiz Chatbot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Amazon Lex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9260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chatbot designed to test learners' knowledge of AWS services.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6576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Lex Chatbot Creation
</a:t>
            </a: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CloudLearners Inc.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463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Phenyo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847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Tumelo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2311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Malaza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Grace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Phenyo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434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Chatbot?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Phenyo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7315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is a software program that simulates human conversation with users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7315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910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Natural Language Processing (NLP) to understand intent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7315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5798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understand user requests and respond automatically in real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1005840"/>
            <a:ext cx="3063240" cy="265176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051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Customer Service Bots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2130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Virtual Assistants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7523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Educational Learning Bots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8595360" cy="54864"/>
          </a:xfrm>
          <a:prstGeom prst="rect">
            <a:avLst/>
          </a:prstGeom>
          <a:solidFill>
            <a:srgbClr val="D1DCF0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focuses on building a chatbot using Amazon Lex.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Phenyo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CloudLearners Inc. needed: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chatbot for learners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quiz about Amazon S3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86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254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for answers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and engaging learning experience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82880"/>
            <a:ext cx="3383280" cy="2743200"/>
          </a:xfrm>
          <a:prstGeom prst="rect">
            <a:avLst/>
          </a:prstGeom>
          <a:solidFill>
            <a:srgbClr val="1E3A6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What is our main Goal 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06440" y="1421892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learn AWS concepts through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Chatbot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Tumelo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interactive quiz chatbot using Amazon Lex.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4023360" cy="12344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08760"/>
            <a:ext cx="5029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087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Quiz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start with commands like "Start Quiz"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4023360" cy="12344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508760"/>
            <a:ext cx="5029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087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Questions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asks AWS-related questions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023360" cy="12344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5029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260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017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3649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answer with A / B / C options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926080"/>
            <a:ext cx="4023360" cy="12344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926080"/>
            <a:ext cx="5029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9260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3017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33649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provides immediate correct/incorrect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Solution Is Valuable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Tumelo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CloudLearners Inc.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6858000" cy="420624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Automates learning assessments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685800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56816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Provides interactive education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6858000" cy="420624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50592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Gives instant feedback to learners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685800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44368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Can scale to thousands of users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38144"/>
            <a:ext cx="6858000" cy="420624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38144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Reduces need for manual trainers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Impact: Makes AWS learning more engaging and accessible.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Chatbot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Nhlanhla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used in Amazon Lex: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8013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chatbot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41732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41732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8013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the user wants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1732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Utterances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8013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phrases users 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260604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91640" y="260604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Slots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2990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 responses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60604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60604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Responses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2990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bot replies with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Interaction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Nhlanhla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005840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17320" y="960120"/>
            <a:ext cx="7132320" cy="56692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96012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Quiz"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527048"/>
            <a:ext cx="36576" cy="16459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37360"/>
            <a:ext cx="1005840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373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17320" y="1737360"/>
            <a:ext cx="7132320" cy="56692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173736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S3 stand for?"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6576" cy="16459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514600"/>
            <a:ext cx="1005840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146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17320" y="2514600"/>
            <a:ext cx="7132320" cy="56692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251460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/ C (Answer)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100584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83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417320" y="3383280"/>
            <a:ext cx="342900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383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"Correct! S3 = Simple Storage Service."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3383280"/>
            <a:ext cx="347472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383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"Incorrect. Answer: Simple Storage Service."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913632"/>
            <a:ext cx="8321040" cy="38404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1363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Bot moves to next question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Chatbot Demonstration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Nhlanhla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demo we will show: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chatbot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002536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025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00253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the quiz intent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496312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963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963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quiz questions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90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99008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responses for correct answers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483864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838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48386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responses for incorrect answers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027932"/>
            <a:ext cx="8595360" cy="59436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048506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now demonstrate the chatbot working in Amazon Lex.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39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Grace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17830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05840"/>
            <a:ext cx="502920" cy="1783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05840"/>
            <a:ext cx="502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Exact Slot Naming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values had to match exactly — incorrect wording prevented the bot from working.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ED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slot values and responses throughout the bot configuration.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17830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26080"/>
            <a:ext cx="502920" cy="1783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26080"/>
            <a:ext cx="502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Slot Type Confusion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tried creating custom slot types which caused unexpected errors.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ED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and used pre-configured Amazon Lex slot types instead.</a:t>
            </a:r>
            <a:endParaRPr lang="en-US" sz="11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5F8AED-CBEF-EE7E-CC47-2E6E0892D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995" y="32004"/>
            <a:ext cx="3473763" cy="24963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0C95C0-F41D-A7AD-632B-24567EA45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995" y="2415688"/>
            <a:ext cx="3473763" cy="2694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00016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Grace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86868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822960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10972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Lex enables AI-powered conversational interfaces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8595360" cy="86868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03120"/>
            <a:ext cx="822960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031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10312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can enhance interactive learning platforms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8595360" cy="86868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08960"/>
            <a:ext cx="822960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089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10896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configuration of intents, slots, and utterances is critical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595360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AWS AI services can be used to build scalable educational tools.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Lex Chatbot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CloudLearners Inc.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any questions.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Tumelo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Nhlanhla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604</Words>
  <Application>Microsoft Office PowerPoint</Application>
  <PresentationFormat>On-screen Show 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Interactive AWS Quiz Chatbot Using Amazon Lex</dc:title>
  <dc:subject>PptxGenJS Presentation</dc:subject>
  <dc:creator>PptxGenJS</dc:creator>
  <cp:lastModifiedBy>Tumelo Thomas Mathenjwa</cp:lastModifiedBy>
  <cp:revision>3</cp:revision>
  <dcterms:created xsi:type="dcterms:W3CDTF">2026-03-16T20:00:13Z</dcterms:created>
  <dcterms:modified xsi:type="dcterms:W3CDTF">2026-03-18T10:18:01Z</dcterms:modified>
</cp:coreProperties>
</file>